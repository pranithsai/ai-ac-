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95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1A3A6E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10469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8700"/>
            <a:ext cx="91440" cy="10469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91440" cy="10469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" cy="10469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91440" cy="10469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57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🗺️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Roadmap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0040" y="221284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176272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1089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🐍  Python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108960"/>
            <a:ext cx="2176272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31089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Full Stack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3108960"/>
            <a:ext cx="2176272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089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6758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evening study tracker · 6:30–9:00 PM · 2.5 hrs/day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5445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Learners    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by Anthropic   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3BB0D-1733-4C9D-8983-8073C16CF8F7}"/>
              </a:ext>
            </a:extLst>
          </p:cNvPr>
          <p:cNvSpPr txBox="1"/>
          <p:nvPr/>
        </p:nvSpPr>
        <p:spPr>
          <a:xfrm>
            <a:off x="6071616" y="536883"/>
            <a:ext cx="27993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D.Udayan-2303A54017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M.Anu</a:t>
            </a:r>
            <a:r>
              <a:rPr lang="en-US" sz="1400" dirty="0">
                <a:solidFill>
                  <a:schemeClr val="bg1"/>
                </a:solidFill>
              </a:rPr>
              <a:t> Chandra-2303A54070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Y.Pranith</a:t>
            </a:r>
            <a:r>
              <a:rPr lang="en-US" sz="1400" dirty="0">
                <a:solidFill>
                  <a:schemeClr val="bg1"/>
                </a:solidFill>
              </a:rPr>
              <a:t> sai-2303A54072</a:t>
            </a:r>
          </a:p>
          <a:p>
            <a:r>
              <a:rPr lang="en-US" sz="1400" dirty="0">
                <a:solidFill>
                  <a:schemeClr val="bg1"/>
                </a:solidFill>
              </a:rPr>
              <a:t>N.Ananth-2303A54062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548640"/>
            <a:ext cx="2011680" cy="201168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Introduction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1005840"/>
          </a:xfrm>
          <a:prstGeom prst="rect">
            <a:avLst/>
          </a:prstGeom>
          <a:solidFill>
            <a:srgbClr val="0F1F3D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82296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61288"/>
            <a:ext cx="8275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Dev Roadmap Tracker is a single-file HTML web application built entirely using Claude AI. It provides a structured 20-week evening study plan for learners wanting to become full-stack developers — covering Python, Full Stack Web, and DevOps — all packed into 2.5 focused hours per evening.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2743200" cy="26517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9424"/>
            <a:ext cx="274320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163824"/>
            <a:ext cx="146304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Weeks 1–2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456432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— Classes, Inheritance, Dunder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Custom Errors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Generators, Decorators, @property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Multithreading, Logging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2249424"/>
            <a:ext cx="2743200" cy="2651760"/>
          </a:xfrm>
          <a:prstGeom prst="rect">
            <a:avLst/>
          </a:prstGeom>
          <a:solidFill>
            <a:srgbClr val="EFF6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249424"/>
            <a:ext cx="274320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72968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Track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13048" y="3163824"/>
            <a:ext cx="1463040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813048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Weeks 1–6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82696" y="3456432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→ CSS3 → Flexbox → Grid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→ DOM → Async/Await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(useState, useEffect, Router)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→ Express → MongoDB → MERN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2249424"/>
            <a:ext cx="2743200" cy="2651760"/>
          </a:xfrm>
          <a:prstGeom prst="rect">
            <a:avLst/>
          </a:prstGeom>
          <a:solidFill>
            <a:srgbClr val="FFF1F2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2249424"/>
            <a:ext cx="2743200" cy="822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071616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71616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Track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11696" y="3163824"/>
            <a:ext cx="146304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Weeks 1–8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1344" y="3456432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 → Bash Scripting → Git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Docker Compose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→ GitHub Actions → AWS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→ Terraform → Monitoring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457200"/>
            <a:ext cx="1828800" cy="182880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82296" cy="11521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2161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Study 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23544" y="14996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clear day-by-day evening plan covering Python, Full Stack &amp; DevOps for learners aiming at a developer career.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35915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359152"/>
            <a:ext cx="82296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" y="2496312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Topic-Specific Videos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27797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card links a focused YouTube video (15–90 min) from top educators like Traversy Media, WDS &amp; Nana. No marathons.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63931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639312"/>
            <a:ext cx="82296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" y="377647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MCQ Quizzes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" y="40599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quizzes (4 questions each) with instant green/red feedback after every 3 topics. Pass mark = 75%. Score shown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18304" y="107899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1078992"/>
            <a:ext cx="82296" cy="11521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855464" y="1216152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85816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Tasks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85816" y="14996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collapsible practice sections with exercises and 🔥 bonus challenges to build real coding skills after each quiz.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18304" y="235915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359152"/>
            <a:ext cx="82296" cy="11521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855464" y="249631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85816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Progress Tracking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85816" y="27797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saves every ✓ you mark. Progress bar animates with shimmer. Survives refresh, close and reopen.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18304" y="3639312"/>
            <a:ext cx="425196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18304" y="3639312"/>
            <a:ext cx="82296" cy="1152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55464" y="3776472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85816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Sharing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85816" y="40599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 saves the full HTML. Netlify Drop modal lets anyone host it free in 60 seconds — no account needed.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457200"/>
            <a:ext cx="1828800" cy="1828800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Stakeholders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060704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60704"/>
            <a:ext cx="82296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060704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69848" y="1133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Learners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9848" y="1463040"/>
            <a:ext cx="749808" cy="1920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1463040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69848" y="168249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users. Open the HTML file each evening, follow the topic card, watch the video, complete exercises and mark the day done.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359152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59152"/>
            <a:ext cx="82296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359152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69848" y="2432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9848" y="2761488"/>
            <a:ext cx="749808" cy="1920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" y="2761488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9848" y="298094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Career-changers who study after work hours. The 2.5-hr evening format fits perfectly around a busy daytime job schedule.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657600"/>
            <a:ext cx="82296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3657600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👩‍🏫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69848" y="3730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&amp; Mentors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69848" y="4059936"/>
            <a:ext cx="749808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848" y="4059936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SECONDARY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9848" y="4279392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file with an entire cohort. Each learner tracks their own progress independently — no backend or database needed.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060704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060704"/>
            <a:ext cx="82296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1060704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550408" y="1133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50408" y="1463040"/>
            <a:ext cx="749808" cy="1920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550408" y="1463040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SECONDARY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0408" y="168249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and brand the single HTML file for specific course syllabi and distribute to enrolled students at zero cost.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359152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59152"/>
            <a:ext cx="82296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2359152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550408" y="24323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50408" y="2761488"/>
            <a:ext cx="749808" cy="19202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5550408" y="2761488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TOOL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0408" y="298094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that generated all HTML, CSS, JS code, quiz content, practice tasks, UI design and this very presentation.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657600"/>
            <a:ext cx="4279392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657600"/>
            <a:ext cx="82296" cy="1188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4818888" y="3657600"/>
            <a:ext cx="6949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550408" y="3730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Educators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550408" y="4059936"/>
            <a:ext cx="749808" cy="19202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5550408" y="4059936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RESOURCE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50408" y="4279392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Traversy Media, freeCodeCamp, Web Dev Simplified, TechWorld with Nana, NetworkChuck — short videos embedded in every card.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457200"/>
            <a:ext cx="1828800" cy="1828800"/>
          </a:xfrm>
          <a:prstGeom prst="ellipse">
            <a:avLst/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Languages, Tools &amp; Software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060704"/>
            <a:ext cx="2103120" cy="3767328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60704"/>
            <a:ext cx="21031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060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 Languages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645920"/>
            <a:ext cx="19385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semantic tags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Custom properties, animations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 — responsive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— all logic &amp; DOM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only — zero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060704"/>
            <a:ext cx="2103120" cy="3767328"/>
          </a:xfrm>
          <a:prstGeom prst="rect">
            <a:avLst/>
          </a:prstGeom>
          <a:solidFill>
            <a:srgbClr val="F5F3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60704"/>
            <a:ext cx="21031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060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AI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645920"/>
            <a:ext cx="19385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by Anthropic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code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quiz authoring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iteration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prompts documented in Slide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5152" y="1060704"/>
            <a:ext cx="2103120" cy="3767328"/>
          </a:xfrm>
          <a:prstGeom prst="rect">
            <a:avLst/>
          </a:prstGeom>
          <a:solidFill>
            <a:srgbClr val="EFF6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1060704"/>
            <a:ext cx="21031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1060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Platform &amp; Delivery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645920"/>
            <a:ext cx="19385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.html file — no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auto-save progress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Drop — free instant hosting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links — no iframes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 built 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67144" y="1060704"/>
            <a:ext cx="2103120" cy="3767328"/>
          </a:xfrm>
          <a:prstGeom prst="rect">
            <a:avLst/>
          </a:prstGeom>
          <a:solidFill>
            <a:srgbClr val="FFFBE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67144" y="1060704"/>
            <a:ext cx="21031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4" y="1060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✨  Key Features Built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58584" y="1645920"/>
            <a:ext cx="193852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Tab-based 3-phase navigation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MCQ quizzes with live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collapsible practice sections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 progress bar animation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modal + download feature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Prompts Used to Generate the Project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60704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60704"/>
            <a:ext cx="8229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" y="117043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152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Initial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" y="1481328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an evening study tracker HTML for Python, Full Stack &amp; DevOps. Include topic cards with quizzes every 3 topics, practice sections, and a peaceful misty morning theme."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359152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59152"/>
            <a:ext cx="82296" cy="1170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" y="24688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Cards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2779776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"Replace all long videos with short 15–90 min topic-specific videos. Make pure CSS clickable thumbnail cards that open YouTube in a new tab — no iframes, no Error 153."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657600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657600"/>
            <a:ext cx="82296" cy="1170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" y="3767328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Theme &amp;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" y="4078224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"Rebuild with Playfair Display + Nunito + JetBrains Mono fonts. Soft sage greens, warm ambers, misty morning gradient background. No generic AI look."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60704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60704"/>
            <a:ext cx="82296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837176" y="1170432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67528" y="1152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Video Bug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37176" y="1481328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"Videos give Error 153 from local HTML. Fix permanently using pure CSS video cards with a red play button circle that open YouTube on click. Zero iframes."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359152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59152"/>
            <a:ext cx="82296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37176" y="24688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&amp; Quizzes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37176" y="2779776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localStorage progress that persists on reload. Interactive MCQ quizzes: green = correct, red = wrong, show score, pass/fail at 75%. Reset button."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657600"/>
            <a:ext cx="4279392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57600"/>
            <a:ext cx="82296" cy="1170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37176" y="376732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67528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Share Feature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37176" y="4078224"/>
            <a:ext cx="4059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download button that saves the full HTML file. Add a modal explaining free Netlify Drop hosting so anyone can share their own copy of the tracker."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457200"/>
            <a:ext cx="1828800" cy="1828800"/>
          </a:xfrm>
          <a:prstGeom prst="ellipse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Workflow Flowchart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JOURNEY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56048" y="10241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DEVELOPMENT PROCESS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0" cy="3931920"/>
          </a:xfrm>
          <a:prstGeom prst="line">
            <a:avLst/>
          </a:prstGeom>
          <a:noFill/>
          <a:ln w="19050">
            <a:solidFill>
              <a:srgbClr val="CCDD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1335024"/>
            <a:ext cx="3913632" cy="457200"/>
          </a:xfrm>
          <a:prstGeom prst="rect">
            <a:avLst/>
          </a:prstGeom>
          <a:solidFill>
            <a:srgbClr val="0F1F3D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33502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dev_roadmap.html in browser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56816" y="17922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33956"/>
            <a:ext cx="3913632" cy="457200"/>
          </a:xfrm>
          <a:prstGeom prst="rect">
            <a:avLst/>
          </a:prstGeom>
          <a:solidFill>
            <a:srgbClr val="2563E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193395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Phase Tab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/ Full Stack / DevOps)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56816" y="23911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32888"/>
            <a:ext cx="3913632" cy="457200"/>
          </a:xfrm>
          <a:prstGeom prst="rect">
            <a:avLst/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53288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topic 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short YouTube video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56816" y="29900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31820"/>
            <a:ext cx="3913632" cy="4572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1318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practice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56816" y="35890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30752"/>
            <a:ext cx="3913632" cy="4572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73075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MCQ Quiz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56816" y="41879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329684"/>
            <a:ext cx="3913632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32968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Day ✓ Done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auto-saved!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1335024"/>
            <a:ext cx="3913632" cy="457200"/>
          </a:xfrm>
          <a:prstGeom prst="rect">
            <a:avLst/>
          </a:prstGeom>
          <a:solidFill>
            <a:srgbClr val="0F1F3D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133502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content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38544" y="17922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56048" y="1933956"/>
            <a:ext cx="3913632" cy="4572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6048" y="193395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38544" y="23911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2532888"/>
            <a:ext cx="3913632" cy="457200"/>
          </a:xfrm>
          <a:prstGeom prst="rect">
            <a:avLst/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253288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code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38544" y="29900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56048" y="3131820"/>
            <a:ext cx="3913632" cy="4572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56048" y="31318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browser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&amp; issues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38544" y="35890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56048" y="3730752"/>
            <a:ext cx="3913632" cy="457200"/>
          </a:xfrm>
          <a:prstGeom prst="rect">
            <a:avLst/>
          </a:prstGeom>
          <a:solidFill>
            <a:srgbClr val="2563E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56048" y="373075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prompt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improved code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38544" y="418795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56048" y="4329684"/>
            <a:ext cx="3913632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56048" y="432968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.html file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download &amp; share!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457200"/>
            <a:ext cx="1828800" cy="182880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Front-End View of the Application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5486400" cy="3913632"/>
          </a:xfrm>
          <a:prstGeom prst="rect">
            <a:avLst/>
          </a:prstGeom>
          <a:solidFill>
            <a:srgbClr val="EEF2EE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24128"/>
            <a:ext cx="54864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8813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08813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108813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088136"/>
            <a:ext cx="3200400" cy="10972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083564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dev_roadmap.html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1168" y="1298448"/>
            <a:ext cx="5486400" cy="18288"/>
          </a:xfrm>
          <a:prstGeom prst="rect">
            <a:avLst/>
          </a:prstGeom>
          <a:solidFill>
            <a:srgbClr val="CDD8CD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371600"/>
            <a:ext cx="5376672" cy="384048"/>
          </a:xfrm>
          <a:prstGeom prst="rect">
            <a:avLst/>
          </a:prstGeom>
          <a:solidFill>
            <a:srgbClr val="F7FA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371600"/>
            <a:ext cx="5376672" cy="384048"/>
          </a:xfrm>
          <a:prstGeom prst="rect">
            <a:avLst/>
          </a:prstGeom>
          <a:solidFill>
            <a:srgbClr val="CDD8CD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3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timetable  ↓ Download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89120" y="1426464"/>
            <a:ext cx="822960" cy="219456"/>
          </a:xfrm>
          <a:prstGeom prst="rect">
            <a:avLst/>
          </a:prstGeom>
          <a:solidFill>
            <a:srgbClr val="2A332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426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EF2EE"/>
                </a:solidFill>
              </a:rPr>
              <a:t>↓ Download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248656" y="1426464"/>
            <a:ext cx="256032" cy="219456"/>
          </a:xfrm>
          <a:prstGeom prst="rect">
            <a:avLst/>
          </a:prstGeom>
          <a:solidFill>
            <a:srgbClr val="EEF2EE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656" y="14264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328"/>
                </a:solidFill>
              </a:rPr>
              <a:t>Share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0040" y="18470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389120" y="1901952"/>
            <a:ext cx="1188720" cy="594360"/>
          </a:xfrm>
          <a:prstGeom prst="rect">
            <a:avLst/>
          </a:prstGeom>
          <a:solidFill>
            <a:srgbClr val="F7FA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hrs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7A9278"/>
                </a:solidFill>
              </a:rPr>
              <a:t>PER EVENING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040" y="2770632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9278"/>
                </a:solidFill>
              </a:rPr>
              <a:t>OVERALL PROGRESS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20040" y="2898648"/>
            <a:ext cx="5029200" cy="64008"/>
          </a:xfrm>
          <a:prstGeom prst="rect">
            <a:avLst/>
          </a:prstGeom>
          <a:solidFill>
            <a:srgbClr val="CDD8CD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2898648"/>
            <a:ext cx="1371600" cy="64008"/>
          </a:xfrm>
          <a:prstGeom prst="rect">
            <a:avLst/>
          </a:prstGeom>
          <a:solidFill>
            <a:srgbClr val="3A7878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035808"/>
            <a:ext cx="1417320" cy="246888"/>
          </a:xfrm>
          <a:prstGeom prst="rect">
            <a:avLst/>
          </a:prstGeom>
          <a:solidFill>
            <a:srgbClr val="E0EDE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035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8060"/>
                </a:solidFill>
              </a:rPr>
              <a:t>🐍 Python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28800" y="3035808"/>
            <a:ext cx="1417320" cy="246888"/>
          </a:xfrm>
          <a:prstGeom prst="rect">
            <a:avLst/>
          </a:prstGeom>
          <a:solidFill>
            <a:srgbClr val="F7FAF7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0" y="3035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F48"/>
                </a:solidFill>
              </a:rPr>
              <a:t>🌐 Full Stack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37560" y="3035808"/>
            <a:ext cx="1417320" cy="246888"/>
          </a:xfrm>
          <a:prstGeom prst="rect">
            <a:avLst/>
          </a:prstGeom>
          <a:solidFill>
            <a:srgbClr val="F7FAF7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035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F48"/>
                </a:solidFill>
              </a:rPr>
              <a:t>⚙️ DevOps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3346704"/>
            <a:ext cx="5376672" cy="804672"/>
          </a:xfrm>
          <a:prstGeom prst="rect">
            <a:avLst/>
          </a:prstGeom>
          <a:solidFill>
            <a:srgbClr val="F7FAF7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346704"/>
            <a:ext cx="5376672" cy="804672"/>
          </a:xfrm>
          <a:prstGeom prst="rect">
            <a:avLst/>
          </a:prstGeom>
          <a:solidFill>
            <a:srgbClr val="CDD8CD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3383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9278"/>
                </a:solidFill>
              </a:rPr>
              <a:t>MON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7A9278"/>
                </a:solidFill>
              </a:rPr>
              <a:t>Day 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" y="3383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3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Classes, Objects &amp; Class Methods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" y="3621024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F48"/>
                </a:solidFill>
              </a:rPr>
              <a:t>· Define a class with __init__, instance vs class variables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" y="3785616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F48"/>
                </a:solidFill>
              </a:rPr>
              <a:t>· Instance methods, @classmethod, @staticmethod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358384" y="3438144"/>
            <a:ext cx="164592" cy="164592"/>
          </a:xfrm>
          <a:prstGeom prst="ellipse">
            <a:avLst/>
          </a:prstGeom>
          <a:solidFill>
            <a:srgbClr val="CDD8CD"/>
          </a:solidFill>
          <a:ln w="12700">
            <a:solidFill>
              <a:srgbClr val="CDD8C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4206240"/>
            <a:ext cx="5376672" cy="384048"/>
          </a:xfrm>
          <a:prstGeom prst="rect">
            <a:avLst/>
          </a:prstGeom>
          <a:solidFill>
            <a:srgbClr val="EFF4EF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" y="427024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6656" y="4279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3328"/>
                </a:solidFill>
              </a:rPr>
              <a:t>Python OOP — Classes &amp; Instances (Code &amp; Debug)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" y="4471416"/>
            <a:ext cx="4206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278"/>
                </a:solidFill>
              </a:rPr>
              <a:t>Code &amp; Debug  ·  ~20 min  ·  ▶ YOUTUBE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70448" y="1051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93B"/>
                </a:solidFill>
              </a:rPr>
              <a:t>KEY UI FEATURES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70448" y="1316736"/>
            <a:ext cx="3017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1408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🌿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309360" y="142646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Peaceful Theme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09360" y="160934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Misty sage green, ambient gradients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70448" y="18608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309360" y="18790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09360" y="20619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 animation + localStorage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70448" y="23134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🗂️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309360" y="23317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 Tabs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25146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Full Stack / DevOps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870448" y="27660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🃏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309360" y="27843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Topic Cards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309360" y="29672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label, bullets, video, ✓ check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870448" y="32186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▶️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309360" y="32369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Video Cards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309360" y="34198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CSS-only, opens YouTube, no errors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870448" y="367131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📝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6309360" y="36896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MCQ Quizzes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09360" y="38724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feedback, pass/fail score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70448" y="41239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💪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6309360" y="41422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Practice Sections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309360" y="43251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+ 🔥 bonus challenges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870448" y="45765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📤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309360" y="459486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Share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09360" y="47777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save + Netlify Drop modal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4" name="Text 72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-457200"/>
            <a:ext cx="1828800" cy="1828800"/>
          </a:xfrm>
          <a:prstGeom prst="ellipse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Proof of Prompts Generating Code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8595360" cy="457200"/>
          </a:xfrm>
          <a:prstGeom prst="rect">
            <a:avLst/>
          </a:prstGeom>
          <a:solidFill>
            <a:srgbClr val="FFFBE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60704"/>
            <a:ext cx="8229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789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Replace the 4 placeholders below with real screenshots from your Claude.ai conversation — show the prompt you typed and the code Claude generated.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664208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64208"/>
            <a:ext cx="42976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6642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 Screenshot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204825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93192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initial HTML timetable build + code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1664208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664208"/>
            <a:ext cx="4297680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6642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 Screenshot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04825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73752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generating quiz engine + MCQ content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355848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355848"/>
            <a:ext cx="4297680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33558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 Screenshot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373989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93192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fixing Error 153 video bug + CSS solution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3355848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3355848"/>
            <a:ext cx="429768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33558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 Screenshot 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73989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73752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practice tasks + download/share feature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AI Dev Roadmap Tracker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A3A6E">
              <a:alpha val="70000"/>
            </a:srgbClr>
          </a:solidFill>
          <a:ln w="12700">
            <a:solidFill>
              <a:srgbClr val="1A3A6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2457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6286" y="0"/>
            <a:ext cx="1324574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12571" y="0"/>
            <a:ext cx="132457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18857" y="0"/>
            <a:ext cx="1324574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25143" y="0"/>
            <a:ext cx="1324574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1429" y="0"/>
            <a:ext cx="1324574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37714" y="0"/>
            <a:ext cx="1324574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11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References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20040" y="886968"/>
            <a:ext cx="5029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4241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AI assistant for all code generation, content writing, quiz creation, UI design and debugging.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12984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1572768"/>
            <a:ext cx="859536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168249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1664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freeCodeCamp.org — Free programming courses — HTML, CSS, JavaScript, Node.js, MongoDB.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1938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youtube.com/@freecodecamp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2212848"/>
            <a:ext cx="859536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32257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23042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Traversy Media — Web development crash courses — HTML, CSS, JS, React, Express, Node, Python.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2578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youtube.com/@TraversyMedia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2852928"/>
            <a:ext cx="859536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29626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2944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 Simplified — Flexbox, CSS Grid, React useState, useEffect, Router — short focused videos.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" y="3218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youtube.com/@WebDevSimplified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" y="3493008"/>
            <a:ext cx="859536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36027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" y="3584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TechWorld with Nana — DevOps, Docker, Kubernetes, GitHub Actions, AWS, Terraform — beginner-friendly.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49808" y="38587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youtube.com/@TechWorldwithNana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" y="4133088"/>
            <a:ext cx="859536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42428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🚀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Drop — Free instant static site hosting — used to share the timetable with anyone in 60 seconds.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9808" y="44988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app.netlify.com/drop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4709161"/>
            <a:ext cx="9144000" cy="4571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5720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AI Dev Roadmap Tracker  🗺️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1452</Words>
  <Application>Microsoft Office PowerPoint</Application>
  <PresentationFormat>On-screen Show (16:9)</PresentationFormat>
  <Paragraphs>257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Dev Roadmap Tracker</dc:title>
  <dc:subject>PptxGenJS Presentation</dc:subject>
  <dc:creator>PptxGenJS</dc:creator>
  <cp:lastModifiedBy>udayan duddukuri</cp:lastModifiedBy>
  <cp:revision>3</cp:revision>
  <dcterms:created xsi:type="dcterms:W3CDTF">2026-04-14T18:40:49Z</dcterms:created>
  <dcterms:modified xsi:type="dcterms:W3CDTF">2026-04-15T08:35:56Z</dcterms:modified>
</cp:coreProperties>
</file>